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53"/>
    <p:restoredTop sz="94610"/>
  </p:normalViewPr>
  <p:slideViewPr>
    <p:cSldViewPr snapToGrid="0">
      <p:cViewPr varScale="1">
        <p:scale>
          <a:sx n="116" d="100"/>
          <a:sy n="116" d="100"/>
        </p:scale>
        <p:origin x="7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FD2E1D-9A82-254F-9313-730791E7CAB1}" type="datetimeFigureOut">
              <a:rPr lang="en-IT" smtClean="0"/>
              <a:t>25/02/26</a:t>
            </a:fld>
            <a:endParaRPr lang="en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1AD403-5892-0344-8D67-3AD3B461DFA4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805796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1AD403-5892-0344-8D67-3AD3B461DFA4}" type="slidenum">
              <a:rPr lang="en-IT" smtClean="0"/>
              <a:t>1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0427606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1AD403-5892-0344-8D67-3AD3B461DFA4}" type="slidenum">
              <a:rPr lang="en-IT" smtClean="0"/>
              <a:t>10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972251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0F93C-09BE-4253-AEBA-9082B60CCD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3603AE-336D-FEFE-08B9-0AA14FB706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8C700-C3B5-2296-D0C7-CFCE0B279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B665F-FABA-9A45-A9C2-2E179AF6AD3B}" type="datetimeFigureOut">
              <a:rPr lang="en-IT" smtClean="0"/>
              <a:t>25/02/26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CEF23-672A-0832-DD4F-493802A00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D01AD-637A-7899-94BE-BA9731CF2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EF40A-E17A-0D41-B863-C0CD956E9615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597527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E6F1D-151B-0BF3-304C-DBE5142F6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F79F2-1AAD-D0A4-C51F-DF3214057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B8FDD-A0A8-0FCD-48B4-1BBAA89AD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B665F-FABA-9A45-A9C2-2E179AF6AD3B}" type="datetimeFigureOut">
              <a:rPr lang="en-IT" smtClean="0"/>
              <a:t>25/02/26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09880A-D481-9745-1BCC-E9096994D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BE723-CB30-B629-23CD-2D7F2F614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EF40A-E17A-0D41-B863-C0CD956E9615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410816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F258C-9829-DE7F-9D2B-BD79247E7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E42DD-BBF7-E3D3-3452-6407A1D06F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90D8E-99FB-660D-347C-E44C502B3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B665F-FABA-9A45-A9C2-2E179AF6AD3B}" type="datetimeFigureOut">
              <a:rPr lang="en-IT" smtClean="0"/>
              <a:t>25/02/26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157E3-3E06-1D54-4974-5326D30CE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9E6DAE-C3E7-351F-4441-F74353E5E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EF40A-E17A-0D41-B863-C0CD956E9615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437592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83B04-5D52-0E23-B46C-D6CFD0B80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8B078-202B-8DF0-19F1-31D0ADFEAB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1B99F7-D8D7-9A7D-E9AA-31A578B57E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6848D2-01C3-0AC5-0646-4B98FE42A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B665F-FABA-9A45-A9C2-2E179AF6AD3B}" type="datetimeFigureOut">
              <a:rPr lang="en-IT" smtClean="0"/>
              <a:t>25/02/26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2752EF-7EDB-B3E0-2EEE-6BF736ABC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7EA1DC-D616-B3D3-72C7-7F0E584EE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EF40A-E17A-0D41-B863-C0CD956E9615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150268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E442C-AFFE-928F-3613-BCDE82216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641162-C590-094B-E18F-7FB1F3570E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A44680-281D-C84A-D723-533C6813A5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2E102C-C9C8-EBE8-41F5-A09BEFBEB2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D7188E-3E94-D30A-7E5C-9F3237491C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DBA69F-2069-E4BA-5C23-0031CD37D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B665F-FABA-9A45-A9C2-2E179AF6AD3B}" type="datetimeFigureOut">
              <a:rPr lang="en-IT" smtClean="0"/>
              <a:t>25/02/26</a:t>
            </a:fld>
            <a:endParaRPr lang="en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3CD06F-3742-01DF-7C27-133A03BAE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0E9F9E-4CCA-DAB8-0C83-8B0CA8209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EF40A-E17A-0D41-B863-C0CD956E9615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066435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F87DF-1D8A-A825-E564-5BFBB24AD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A8600A-955C-483B-323C-0B52DFF0F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B665F-FABA-9A45-A9C2-2E179AF6AD3B}" type="datetimeFigureOut">
              <a:rPr lang="en-IT" smtClean="0"/>
              <a:t>25/02/26</a:t>
            </a:fld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BD3723-82DA-FAA1-9793-050726880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1E63F9-9CD3-8AF9-584A-87D50E303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EF40A-E17A-0D41-B863-C0CD956E9615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453724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3F6DF6-4B9B-6FAB-3927-C3A457321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B665F-FABA-9A45-A9C2-2E179AF6AD3B}" type="datetimeFigureOut">
              <a:rPr lang="en-IT" smtClean="0"/>
              <a:t>25/02/26</a:t>
            </a:fld>
            <a:endParaRPr lang="en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390324-851A-07A3-4763-8852BB9DD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58F0B5-65D0-39A7-4F8E-81021102D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EF40A-E17A-0D41-B863-C0CD956E9615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108033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82502-9E22-928B-9360-606D0E791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F041D-3805-39FF-1CBA-61A5DA410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E4D77B-6423-78FF-545C-76CF7E75E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45DD09-13A0-5137-460B-1CD056314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B665F-FABA-9A45-A9C2-2E179AF6AD3B}" type="datetimeFigureOut">
              <a:rPr lang="en-IT" smtClean="0"/>
              <a:t>25/02/26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CB335A-CB2F-AC95-C403-596BE4303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1F9A48-7CBD-FEB9-B304-727BC0B6E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EF40A-E17A-0D41-B863-C0CD956E9615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292309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AA831-904E-3A0B-6CA7-A84D61ABE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DFAE2B-F3AA-57AA-78C6-962B5EF686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493E3B-3771-9082-A077-65E926A392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4435D9-69C1-7F63-AA56-B697068D7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B665F-FABA-9A45-A9C2-2E179AF6AD3B}" type="datetimeFigureOut">
              <a:rPr lang="en-IT" smtClean="0"/>
              <a:t>25/02/26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3F02FF-2B44-7556-4941-77291036F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7EE492-D403-D817-5B54-511CCB50E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EF40A-E17A-0D41-B863-C0CD956E9615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578971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ABC2D-1F28-E424-1FCC-214200887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355E41-7DE7-8848-AAA0-4DBD136A31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24113-A557-35BF-2766-8BDC82580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B665F-FABA-9A45-A9C2-2E179AF6AD3B}" type="datetimeFigureOut">
              <a:rPr lang="en-IT" smtClean="0"/>
              <a:t>25/02/26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679E0B-4CFF-B452-2F36-ED718957D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00B9B8-221F-4924-CEE6-0E831DE08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EF40A-E17A-0D41-B863-C0CD956E9615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573214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7B0FB7-668F-A902-BB26-DA8B46FB14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53DAFE-F401-6C6C-C042-F7463AD47D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6D0423-C582-4C86-AC88-98D010C0E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B665F-FABA-9A45-A9C2-2E179AF6AD3B}" type="datetimeFigureOut">
              <a:rPr lang="en-IT" smtClean="0"/>
              <a:t>25/02/26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2FBA8-0CE1-96FC-C626-2173FA5BB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82884-2549-B72C-D0FE-01E4AB3A9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EF40A-E17A-0D41-B863-C0CD956E9615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802198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A3E733-C18E-CA96-36CD-0FDB56DB4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9DAD0D-F305-EAEA-278B-E7DB6CEF3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8F263-22F5-B7AC-165C-0B9071A6B0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AB665F-FABA-9A45-A9C2-2E179AF6AD3B}" type="datetimeFigureOut">
              <a:rPr lang="en-IT" smtClean="0"/>
              <a:t>25/02/26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CB0CB-D403-3FF6-9295-25815FD80D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83F02-6A6D-EAEC-82DC-57B5C8C7D0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3EF40A-E17A-0D41-B863-C0CD956E9615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29262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B7B88-3A6E-838E-E17C-1DB4F8BF5A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T" dirty="0"/>
              <a:t>Welcome Ángel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882F8E-0AE8-D1B1-9EE4-3E5409201F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1118" y="3646106"/>
            <a:ext cx="9144000" cy="1655762"/>
          </a:xfrm>
        </p:spPr>
        <p:txBody>
          <a:bodyPr/>
          <a:lstStyle/>
          <a:p>
            <a:r>
              <a:rPr lang="en-IT" dirty="0"/>
              <a:t>Project Ideas</a:t>
            </a:r>
          </a:p>
        </p:txBody>
      </p:sp>
    </p:spTree>
    <p:extLst>
      <p:ext uri="{BB962C8B-B14F-4D97-AF65-F5344CB8AC3E}">
        <p14:creationId xmlns:p14="http://schemas.microsoft.com/office/powerpoint/2010/main" val="588490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A03DC-EC79-33AF-7047-568E4E4C9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1. Failures 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7A619-D853-809C-ACD0-4C2B7100E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188" y="1690688"/>
            <a:ext cx="5508812" cy="4351338"/>
          </a:xfrm>
        </p:spPr>
        <p:txBody>
          <a:bodyPr/>
          <a:lstStyle/>
          <a:p>
            <a:r>
              <a:rPr lang="en-GB"/>
              <a:t>Implement an interactive map that shows where failures occur.</a:t>
            </a:r>
          </a:p>
          <a:p>
            <a:r>
              <a:rPr lang="en-GB"/>
              <a:t>Use dots or hexagons that change colour based on the number of failures.</a:t>
            </a:r>
          </a:p>
          <a:p>
            <a:r>
              <a:rPr lang="en-GB"/>
              <a:t>Consider a version where the map can be zoomed in if, for example, all the failures are in Europe.</a:t>
            </a:r>
          </a:p>
          <a:p>
            <a:endParaRPr lang="en-IT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24C7DA-AEAA-8208-18A6-F1D1E3BB60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963" t="10226" r="40246" b="45018"/>
          <a:stretch>
            <a:fillRect/>
          </a:stretch>
        </p:blipFill>
        <p:spPr>
          <a:xfrm>
            <a:off x="6096000" y="2111515"/>
            <a:ext cx="5405718" cy="350968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46720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63DC1-4655-2A4F-053C-275A2981C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2. Status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449AE-66A8-5EEE-9111-F663B09F6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945" y="1993828"/>
            <a:ext cx="5257800" cy="3374448"/>
          </a:xfrm>
        </p:spPr>
        <p:txBody>
          <a:bodyPr/>
          <a:lstStyle/>
          <a:p>
            <a:r>
              <a:rPr lang="en-GB"/>
              <a:t>An online page that shows the status of our platforms, APIs, or services in general.</a:t>
            </a:r>
          </a:p>
          <a:p>
            <a:r>
              <a:rPr lang="en-GB"/>
              <a:t>Think of the status page of GitHub or other popular online services that tell you whether a service is down or everything is running as it should.</a:t>
            </a:r>
          </a:p>
          <a:p>
            <a:endParaRPr lang="en-IT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799103C-FC1E-1A34-19DB-4A048EFDB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27906"/>
            <a:ext cx="5528970" cy="5306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739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5EB91-634F-4DDB-25ED-7A7DD6793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3. Pick And Place AI </a:t>
            </a:r>
            <a:r>
              <a:rPr lang="en-GB" dirty="0"/>
              <a:t>Analyser</a:t>
            </a:r>
            <a:endParaRPr lang="en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DD419-A24E-7084-681A-A6EE3FCF3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An AI analyser that checks that all the components in the BOM are coded in the P&amp;P file and that, in the P&amp;P file, there are no components listed as “do not mount.”</a:t>
            </a:r>
          </a:p>
          <a:p>
            <a:endParaRPr lang="en-GB" dirty="0"/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GB" sz="1800" dirty="0"/>
          </a:p>
          <a:p>
            <a:r>
              <a:rPr lang="en-GB" sz="1800" dirty="0"/>
              <a:t>The BOM (Bill of Materials) is a list of all the components needed to assemble the board.</a:t>
            </a:r>
          </a:p>
          <a:p>
            <a:r>
              <a:rPr lang="en-GB" sz="1800" dirty="0"/>
              <a:t>The Pick and Place file is a file that contains the code for the robot to pick the components and place them at the correct coordinates on the board.</a:t>
            </a:r>
          </a:p>
        </p:txBody>
      </p:sp>
    </p:spTree>
    <p:extLst>
      <p:ext uri="{BB962C8B-B14F-4D97-AF65-F5344CB8AC3E}">
        <p14:creationId xmlns:p14="http://schemas.microsoft.com/office/powerpoint/2010/main" val="993036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653C1-52B6-0D49-EE49-8DC763E51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4. AI Helper/Chatbot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3AD65-A344-78A9-8E75-720020F466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Create an AI-powered chatbot/helper for users.</a:t>
            </a:r>
          </a:p>
          <a:p>
            <a:r>
              <a:rPr lang="en-GB" dirty="0"/>
              <a:t>Users can use this tool to find out what to do in specific situations or to ask questions about anything that is not clear.</a:t>
            </a:r>
          </a:p>
        </p:txBody>
      </p:sp>
    </p:spTree>
    <p:extLst>
      <p:ext uri="{BB962C8B-B14F-4D97-AF65-F5344CB8AC3E}">
        <p14:creationId xmlns:p14="http://schemas.microsoft.com/office/powerpoint/2010/main" val="1430944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20B1F-D9AE-505C-2DD2-4990DF1D4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5. Modern FAQ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1F2B2-4754-91A9-DED5-FAC0DB0F7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Create a modern FAQ page for customers.</a:t>
            </a:r>
          </a:p>
          <a:p>
            <a:r>
              <a:rPr lang="en-GB" dirty="0"/>
              <a:t>This page may or may not use AI.</a:t>
            </a:r>
          </a:p>
          <a:p>
            <a:r>
              <a:rPr lang="en-GB" dirty="0"/>
              <a:t>It should not be a simple list of frequently asked questions, but a modern page where users can also find materials, documentation, contacts, forms, and more.</a:t>
            </a:r>
          </a:p>
        </p:txBody>
      </p:sp>
    </p:spTree>
    <p:extLst>
      <p:ext uri="{BB962C8B-B14F-4D97-AF65-F5344CB8AC3E}">
        <p14:creationId xmlns:p14="http://schemas.microsoft.com/office/powerpoint/2010/main" val="2075735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23D05-AE63-F7E1-F15C-F2BF1CDC7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6. AI Component Analyser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6F952-F0CE-8A33-BCCB-3EC4AE7B2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Create an AI analyser that checks component attributes and specifications.</a:t>
            </a:r>
          </a:p>
          <a:p>
            <a:r>
              <a:rPr lang="en-GB" dirty="0"/>
              <a:t>Components that need to be soldered on the board can be divided into two main groups: THT and SMT.</a:t>
            </a:r>
          </a:p>
          <a:p>
            <a:r>
              <a:rPr lang="en-GB" dirty="0"/>
              <a:t>The type of component is determined from its specifications, but sometimes this automatic tool is uncertain about the result.</a:t>
            </a:r>
          </a:p>
          <a:p>
            <a:r>
              <a:rPr lang="en-GB" dirty="0"/>
              <a:t>The tool should detect when this attribute is missing, search for the component specifications, and fill in the field.</a:t>
            </a:r>
          </a:p>
        </p:txBody>
      </p:sp>
    </p:spTree>
    <p:extLst>
      <p:ext uri="{BB962C8B-B14F-4D97-AF65-F5344CB8AC3E}">
        <p14:creationId xmlns:p14="http://schemas.microsoft.com/office/powerpoint/2010/main" val="3414906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D0346-23CB-390F-CB0E-705CEB429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7. AI Component Alternative Finder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607F2-ED9F-F676-4966-23D028DCA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An AI analyser that searches for alternative components when the ones chosen by the customer are not available.</a:t>
            </a:r>
          </a:p>
          <a:p>
            <a:r>
              <a:rPr lang="en-GB" dirty="0"/>
              <a:t>This tool should run in the background and propose compatible components to the customer, but only if there is no match with the providers we currently have.</a:t>
            </a:r>
          </a:p>
        </p:txBody>
      </p:sp>
    </p:spTree>
    <p:extLst>
      <p:ext uri="{BB962C8B-B14F-4D97-AF65-F5344CB8AC3E}">
        <p14:creationId xmlns:p14="http://schemas.microsoft.com/office/powerpoint/2010/main" val="3373425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6F981-92FB-8038-5F4C-3A457E8EF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8. Improve Observability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58E0A-081B-35FC-0CBE-D58AF6BA5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Improve our observability capabilities to trace errors more comprehensively.</a:t>
            </a:r>
          </a:p>
          <a:p>
            <a:r>
              <a:rPr lang="en-GB" dirty="0"/>
              <a:t>We currently use Grafana Cloud, which has some limitations, so we want to self-host Grafana on a VM or dedicated machine.</a:t>
            </a:r>
          </a:p>
          <a:p>
            <a:r>
              <a:rPr lang="en-GB" dirty="0"/>
              <a:t>T</a:t>
            </a:r>
            <a:r>
              <a:rPr lang="en-IT" dirty="0"/>
              <a:t>he steps are:</a:t>
            </a:r>
          </a:p>
          <a:p>
            <a:pPr lvl="1"/>
            <a:r>
              <a:rPr lang="en-GB" dirty="0"/>
              <a:t>Install Grafana in a local environment.</a:t>
            </a:r>
          </a:p>
          <a:p>
            <a:pPr lvl="1"/>
            <a:r>
              <a:rPr lang="en-GB" dirty="0"/>
              <a:t>Import all dashboards and queries already implemented in the cloud.</a:t>
            </a:r>
          </a:p>
          <a:p>
            <a:pPr lvl="1"/>
            <a:r>
              <a:rPr lang="en-GB" dirty="0"/>
              <a:t>Change the configuration of our containers to point to the new Grafana instance.</a:t>
            </a:r>
          </a:p>
          <a:p>
            <a:pPr lvl="1"/>
            <a:r>
              <a:rPr lang="en-GB" dirty="0"/>
              <a:t>Consider changing and adding new queries and dashboards.</a:t>
            </a:r>
          </a:p>
        </p:txBody>
      </p:sp>
    </p:spTree>
    <p:extLst>
      <p:ext uri="{BB962C8B-B14F-4D97-AF65-F5344CB8AC3E}">
        <p14:creationId xmlns:p14="http://schemas.microsoft.com/office/powerpoint/2010/main" val="557486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689A0-A396-5B0E-0660-8096FB471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9. Team Week Planner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6A27C-ADFF-54FC-8641-0D98F81D0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Create a platform where team members can add their leave days, to see any overlap between colleagues.</a:t>
            </a:r>
          </a:p>
          <a:p>
            <a:r>
              <a:rPr lang="en-GB" dirty="0"/>
              <a:t>Users should be able to add all the days when they plan to work from home.</a:t>
            </a:r>
          </a:p>
          <a:p>
            <a:r>
              <a:rPr lang="en-GB" dirty="0"/>
              <a:t>They should also be able to inform their team which company site they will be at, in case they are not working from the usual office.</a:t>
            </a:r>
          </a:p>
          <a:p>
            <a:r>
              <a:rPr lang="en-GB" dirty="0"/>
              <a:t>Ideally, there should be a notification system that reminds you to fill in your weekly data, so nobody forgets. You should also be able to see the weekly plan displayed as a calendar or similar view.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39263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1801</TotalTime>
  <Words>625</Words>
  <Application>Microsoft Macintosh PowerPoint</Application>
  <PresentationFormat>Widescreen</PresentationFormat>
  <Paragraphs>48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Welcome Ángel</vt:lpstr>
      <vt:lpstr>1. Failures Map</vt:lpstr>
      <vt:lpstr>2. Status Page</vt:lpstr>
      <vt:lpstr>3. Pick And Place AI Analyser</vt:lpstr>
      <vt:lpstr>4. AI Helper/Chatbot</vt:lpstr>
      <vt:lpstr>5. Modern FAQ Page</vt:lpstr>
      <vt:lpstr>6. AI Component Analyser</vt:lpstr>
      <vt:lpstr>7. AI Component Alternative Finder</vt:lpstr>
      <vt:lpstr>8. Improve Observability</vt:lpstr>
      <vt:lpstr>9. Team Week Planner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Yuri Kume</dc:creator>
  <cp:lastModifiedBy>Yuri Kume</cp:lastModifiedBy>
  <cp:revision>2</cp:revision>
  <dcterms:created xsi:type="dcterms:W3CDTF">2026-02-25T08:17:02Z</dcterms:created>
  <dcterms:modified xsi:type="dcterms:W3CDTF">2026-02-26T14:25:31Z</dcterms:modified>
</cp:coreProperties>
</file>